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1.3</c:v>
                </c:pt>
                <c:pt idx="2">
                  <c:v>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revenue restatement.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team, Q3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Quar</a:t>
            </a:r>
            <a:r>
              <a:rPr b="0"/>
              <a:t>terly rev</a:t>
            </a:r>
            <a:r>
              <a:rPr b="0"/>
              <a:t>enue grew 12%</a:t>
            </a:r>
          </a:p>
          <a:p>
            <a:r>
              <a:t>Churn fell in every region</a:t>
            </a:r>
          </a:p>
          <a:p>
            <a:pPr lvl="1"/>
            <a:r>
              <a:t>EMEA churn fell the most</a:t>
            </a:r>
          </a:p>
          <a:p>
            <a:r>
              <a:t>Revenue targets 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revenue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Americas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$2.4M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new office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